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9EC22-2476-462A-91AB-5830D0E3DB3C}" v="1" dt="2026-04-26T10:39:32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tripathy" userId="7ac9460c321f1d31" providerId="LiveId" clId="{5BCF2EC0-ECCD-4672-9D15-7400385511AF}"/>
    <pc:docChg chg="modSld">
      <pc:chgData name="vaibhav tripathy" userId="7ac9460c321f1d31" providerId="LiveId" clId="{5BCF2EC0-ECCD-4672-9D15-7400385511AF}" dt="2026-04-26T10:39:32.095" v="0"/>
      <pc:docMkLst>
        <pc:docMk/>
      </pc:docMkLst>
      <pc:sldChg chg="modSp">
        <pc:chgData name="vaibhav tripathy" userId="7ac9460c321f1d31" providerId="LiveId" clId="{5BCF2EC0-ECCD-4672-9D15-7400385511AF}" dt="2026-04-26T10:39:32.095" v="0"/>
        <pc:sldMkLst>
          <pc:docMk/>
          <pc:sldMk cId="0" sldId="256"/>
        </pc:sldMkLst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vaibhav tripathy" userId="7ac9460c321f1d31" providerId="LiveId" clId="{5BCF2EC0-ECCD-4672-9D15-7400385511AF}" dt="2026-04-26T10:39:32.095" v="0"/>
        <pc:sldMkLst>
          <pc:docMk/>
          <pc:sldMk cId="0" sldId="257"/>
        </pc:sldMkLst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vaibhav tripathy" userId="7ac9460c321f1d31" providerId="LiveId" clId="{5BCF2EC0-ECCD-4672-9D15-7400385511AF}" dt="2026-04-26T10:39:32.095" v="0"/>
        <pc:sldMkLst>
          <pc:docMk/>
          <pc:sldMk cId="0" sldId="258"/>
        </pc:sldMkLst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vaibhav tripathy" userId="7ac9460c321f1d31" providerId="LiveId" clId="{5BCF2EC0-ECCD-4672-9D15-7400385511AF}" dt="2026-04-26T10:39:32.095" v="0"/>
        <pc:sldMkLst>
          <pc:docMk/>
          <pc:sldMk cId="0" sldId="259"/>
        </pc:sldMkLst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59"/>
            <ac:spMk id="2" creationId="{00000000-0000-0000-0000-000000000000}"/>
          </ac:spMkLst>
        </pc:spChg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vaibhav tripathy" userId="7ac9460c321f1d31" providerId="LiveId" clId="{5BCF2EC0-ECCD-4672-9D15-7400385511AF}" dt="2026-04-26T10:39:32.095" v="0"/>
        <pc:sldMkLst>
          <pc:docMk/>
          <pc:sldMk cId="0" sldId="260"/>
        </pc:sldMkLst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vaibhav tripathy" userId="7ac9460c321f1d31" providerId="LiveId" clId="{5BCF2EC0-ECCD-4672-9D15-7400385511AF}" dt="2026-04-26T10:39:32.095" v="0"/>
        <pc:sldMkLst>
          <pc:docMk/>
          <pc:sldMk cId="0" sldId="261"/>
        </pc:sldMkLst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vaibhav tripathy" userId="7ac9460c321f1d31" providerId="LiveId" clId="{5BCF2EC0-ECCD-4672-9D15-7400385511AF}" dt="2026-04-26T10:39:32.095" v="0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20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4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6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9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98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7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56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4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8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9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506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345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39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6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108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0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90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Marks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 • Video Script • Website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Predicts marks based on study hours</a:t>
            </a:r>
          </a:p>
          <a:p>
            <a:r>
              <a:t>• Uses Linear Regression</a:t>
            </a:r>
          </a:p>
          <a:p>
            <a:r>
              <a:t>• Simple ML beginner-friendly project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Hours Studied</a:t>
            </a:r>
          </a:p>
          <a:p>
            <a:r>
              <a:t>• Marks Obtained</a:t>
            </a:r>
          </a:p>
          <a:p>
            <a:r>
              <a:t>• 10 sample data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Finds best-fit line</a:t>
            </a:r>
          </a:p>
          <a:p>
            <a:r>
              <a:t>• Maps input (hours) → output (marks)</a:t>
            </a:r>
          </a:p>
          <a:p>
            <a:r>
              <a:t>• Useful for numeric prediction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 dataset</a:t>
            </a:r>
          </a:p>
          <a:p>
            <a:r>
              <a:t>• Split into train &amp; test</a:t>
            </a:r>
          </a:p>
          <a:p>
            <a:r>
              <a:t>• Train Linear Regression model</a:t>
            </a:r>
          </a:p>
          <a:p>
            <a:r>
              <a:t>• Predict marks from user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model predicts marks accurately</a:t>
            </a:r>
          </a:p>
          <a:p>
            <a:r>
              <a:t>• Shows strong correlation between hours &amp; marks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106</Words>
  <Application>Microsoft Office PowerPoint</Application>
  <PresentationFormat>On-screen Show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Student Marks Prediction Using Machine Learning</vt:lpstr>
      <vt:lpstr>Project Overview</vt:lpstr>
      <vt:lpstr>Dataset Used</vt:lpstr>
      <vt:lpstr>Algorithm: Linear Regression</vt:lpstr>
      <vt:lpstr>Python Code Summary</vt:lpstr>
      <vt:lpstr>Result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vaibhav tripathy</cp:lastModifiedBy>
  <cp:revision>1</cp:revision>
  <dcterms:created xsi:type="dcterms:W3CDTF">2013-01-27T09:14:16Z</dcterms:created>
  <dcterms:modified xsi:type="dcterms:W3CDTF">2026-04-26T10:39:43Z</dcterms:modified>
  <cp:category/>
</cp:coreProperties>
</file>